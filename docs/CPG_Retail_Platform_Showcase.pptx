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E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E4A"/>
                </a:solidFill>
                <a:latin typeface="Arial"/>
              </a:rPr>
              <a:t>Blended ROAS by Channel (Simulated Output)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09B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Email</c:v>
                  </c:pt>
                  <c:pt idx="1">
                    <c:v>Paid Search</c:v>
                  </c:pt>
                  <c:pt idx="2">
                    <c:v>Influencer</c:v>
                  </c:pt>
                  <c:pt idx="3">
                    <c:v>TV/CTV</c:v>
                  </c:pt>
                  <c:pt idx="4">
                    <c:v>Paid Social</c:v>
                  </c:pt>
                  <c:pt idx="5">
                    <c:v>Display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6.79</c:v>
                </c:pt>
                <c:pt idx="1">
                  <c:v>4.2</c:v>
                </c:pt>
                <c:pt idx="2">
                  <c:v>2.3</c:v>
                </c:pt>
                <c:pt idx="3">
                  <c:v>2.35</c:v>
                </c:pt>
                <c:pt idx="4">
                  <c:v>2.8</c:v>
                </c:pt>
                <c:pt idx="5">
                  <c:v>1.5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28600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CPG &amp; Retail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9728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9B8E"/>
                </a:solidFill>
              </a:rPr>
              <a:t>Intelligent Platform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Sales Forecasting  ·  Marketing Mix Modelling  ·  AI-Powered Insights  ·  Executive Decks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9144000" cy="0"/>
          </a:xfrm>
          <a:prstGeom prst="line">
            <a:avLst/>
          </a:prstGeom>
          <a:noFill/>
          <a:ln w="12700">
            <a:solidFill>
              <a:srgbClr val="009B8E"/>
            </a:solidFill>
            <a:prstDash val="sysDash"/>
          </a:ln>
        </p:spPr>
      </p:sp>
      <p:sp>
        <p:nvSpPr>
          <p:cNvPr id="8" name="Text 6"/>
          <p:cNvSpPr/>
          <p:nvPr/>
        </p:nvSpPr>
        <p:spPr>
          <a:xfrm>
            <a:off x="109728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Built on GCP  ·  FastAPI  ·  BigQuery  ·  Claude AI  ·  Prophet / XGBoost / LightweightMMM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6035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</a:rPr>
              <a:t>2023 – 2024  |  Production-Ready  |  GitHub Portfolio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Business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D4A6B"/>
                </a:solidFill>
              </a:rPr>
              <a:t>CPG and retail brands are flying blind across their most important decisions.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74520"/>
            <a:ext cx="35204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Fragmented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CRM, eCommerce, POS, and ad platform data sit in separate silos — teams spend weeks aligning numbers before any analysis can begin.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874520"/>
            <a:ext cx="35204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262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No Marketing Accountability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Brands spend millions across TV, paid search, social, and influencers with no reliable way to measure what actually drives sales.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1874520"/>
            <a:ext cx="3520440" cy="7315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B8E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Reactive, Not Predictive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Leaders discover revenue misses at month-end. There is no early-warning system, no forecast, and no recommended action until it is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B8E"/>
                </a:solidFill>
              </a:rPr>
              <a:t>This platform solves all three — in one unified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Platform Architecture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1097280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64024" y="12344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CRM · eCommerce · POS · Ad Platforms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080760" y="189280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10312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BIGQUERY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64024" y="21031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raw → staging → mart → ML →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276148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97180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ML MODELS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495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Forecasting (Prophet/XGBoost)  ·  MMM (Ridge + Adstock)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363016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2971800"/>
            <a:ext cx="521208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4131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Anomalies · Freshness · Schema Drift · Model Drift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384048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384048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DASHBOARD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64024" y="38404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FastAPI  ·  Dynamic Filters  ·  Confidence Warnings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449884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70916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INSIGHTS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7495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Claude API  ·  Trends · Risks · Recommendations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4709160"/>
            <a:ext cx="521208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9788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EXEC DECK BUILDER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4131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Auto-generated PPTX  ·  Google Slides Upload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</a:rPr>
              <a:t>Everything flows top-to-bottom: raw data becomes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Data Foundation — 2 Years of Synthetic Reality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4A6B"/>
                </a:solidFill>
              </a:rPr>
              <a:t>The platform ships with a full 2-year synthetic dataset (Jan 2023 – Dec 2024) that mirrors real CPG business patterns — seasonality, promotions, lagged media effects, and channel interactions.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Online Sales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9B8E"/>
                </a:solidFill>
              </a:rPr>
              <a:t>8,772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Daily orders, revenue &amp; AOV across DTC, Amazon, and Walmart.com — with seasonal peaks and promotional lift events.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7432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Offline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E4A"/>
                </a:solidFill>
              </a:rPr>
              <a:t>8,400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store-level POS data by region and format. Captures distribution expansion, regional mix and promo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920240"/>
            <a:ext cx="27432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CRM Funnel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25,019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4652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Full lead → MQL → SQL → Opportunity → Closed Won pipeline with realistic conversion rates and deal values.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3544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35440" y="1920240"/>
            <a:ext cx="2743200" cy="640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7260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Media Spend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37260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4A6B"/>
                </a:solidFill>
              </a:rPr>
              <a:t>630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37260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37260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7260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channel spend across 6 channels with adstock carryover, Hill saturation, ROAS, CPC, CTR, and conversions.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Sales Forecasting — Prophet &amp; XGBoost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How It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Chronological Split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0848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Data is split 70% train / 15% validation / 15% test — strictly by date. No random shuffling. No data leakage.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743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Selection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0906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Prophet captures yearly + weekly seasonality with holiday effects. XGBoost uses engineered time features and external regressors.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37490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096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MAPE, RMSE, and R² computed on the hold-out test set. Confidence warnings fire automatically if MAPE &gt; 20% or R² &lt; 0.50.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754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Rolling Retraining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0235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As new actuals arrive, the model can be retrained on demand or on a schedule without re-running the full pipeline.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What It Outputs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18105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Forecast: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20848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90-day forward revenue projection with 90% confidence intervals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7249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6517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Actual vs Predicted: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29992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Test-set comparison to validate model accuracy before trusting forecasts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6393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MAPE: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39136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Mean Absolute Percentage Error — primary accuracy metric for business users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5537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44805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Confidence Warning: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8280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Automatic plain-English warning when model uncertainty is too high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92240" y="54681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0" y="53949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API Endpoint: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75120" y="5742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GET /forecast/sales?model=prophet&amp;horizon_days=90&amp;channel=DTC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Marketing Mix Model — What's Really Driving Your Sales?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MMM attributes revenue to each marketing channel — accounting for time-lagged effects (adstock) and diminishing returns (saturation).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64008" cy="32004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MMM Key Concepts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240487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59168" y="2331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Adstock / Carryover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67919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Media spend in past weeks still drives sales today. TV has the longest carryover (~70%); Email decays fast (~10%).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0" y="341071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59168" y="33375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Saturation Curve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59168" y="36850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Doubling your spend does not double your returns. The Hill function models where each channel starts to plateau.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0" y="441655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9168" y="43434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Channel Contribution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059168" y="469087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The % of total revenue attributable to each channel — not just last click, but true causal contribution.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0" y="542239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59168" y="5349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Incremental ROI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059168" y="569671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Revenue generated per dollar spent — accounting for both diminishing returns and media interaction effects.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521208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9B8E"/>
                </a:solidFill>
              </a:rPr>
              <a:t>API:  GET /attribution/channel-contribution  ·  GET /attribution/spend-efficiency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Dashboard API — FastAPI on Port 8000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Every metric in the platform is queryable via a REST API. Dynamic filters, confidence warnings, and live data — all in one call.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07008" y="19019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/kpis/summary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92024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Total revenue, ROAS, win rate, media spend — all in one call. Supports date range filters.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42032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07008" y="25694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/kpis/trend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258775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Revenue trend at daily / weekly / monthly granularity across online and offline channels.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9544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7008" y="32369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/forecast/sales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3255264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Run Prophet or XGBoost forecast. Filter by channel, region, or date. Returns metrics + CI bands.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07008" y="39044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/attribution/channel-contribution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392277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MMM output: channel contribution %, incremental revenue, and ROI per channel.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07008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/attribution/spend-efficiency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4590288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CPM, CTR, CVR, CPA, and ROAS aggregated by channel over the selected period.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12080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07008" y="5239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/crm/funnel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525780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Stage-by-stage conversion rates, win rate, average deal value, and pipeline value.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879592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207008" y="590702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/crm/by-source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592531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Funnel performance broken down by lead source — identify highest-value acquisition channels.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⚠  Confidence warnings fire automatically when filters reduce data to fewer than 30 rows.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AI-Powered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26517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Claude analyses every dashboard output and generates plain-English insights automatically — no analyst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3931920"/>
            <a:ext cx="4572000" cy="2377440"/>
          </a:xfrm>
          <a:prstGeom prst="rect">
            <a:avLst/>
          </a:prstGeom>
          <a:solidFill>
            <a:srgbClr val="1A2E4A"/>
          </a:solidFill>
          <a:ln w="1905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0D8E4"/>
                </a:solidFill>
              </a:rPr>
              <a:t>"Email delivers 6.79x ROAS yet receives only 3% of media budget, while TV/CTV absorbs 39% of spend at a mediocre 2.35x return — rebalancing this allocation is the single highest-impact lever available."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</a:rPr>
              <a:t>— Actual Claude output from this platform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577840" y="123444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14300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Executive Summary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15270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3-4 sentence business performance story in clear language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130552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039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Revenue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2423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Online vs offline dynamics, top/bottom segments, MoM trends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026664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93522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Channel Assessment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33192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performers, underperformers, budget reallocation advice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3922776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83133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Funnel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42153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Conversion assessment, lead quality by source, sales actions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4818888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47274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Risks &amp; Opportunities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511149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Prioritised risks with severity + 3 near-term opportunities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571500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6235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Recommended Actions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60720" y="60076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5 actions with expected impact and urgency (Immediate / This Quarter / Strategic)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Executive Deck Generation — From Data to Boardroom in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automatically builds a branded PPTX executive presentation from the AI insights report — ready to present with no manual 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7373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Title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1874520"/>
            <a:ext cx="17373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7744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37744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Executive Summary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874520"/>
            <a:ext cx="17373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9768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Channel Highlights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1874520"/>
            <a:ext cx="17373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Sales &amp; Funnel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1792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138160" y="1874520"/>
            <a:ext cx="17373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381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3816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Risks &amp; Opps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13816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058400" y="1874520"/>
            <a:ext cx="17373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0584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Actions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584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520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deck_generation/generate_deck.py --upload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Auto-generated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Built entirely from the insights JSON — no human editing required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38328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8328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8444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Branded design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58444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Custom colour palette, KPI boxes, risk indicators, and priority tags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30936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30936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1052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Google Slides ready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51052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--upload flag converts and uploads to Google Drive automatically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23544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3544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3660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Always current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43660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Re-run any time new data lands — deck updates to reflect the latest period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Monitoring &amp; Alerting — Know Before It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watches itself. Every pipeline run, data load, and model output is tracked — and alerts are dispatched the moment something goes wrong.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Data Freshness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Flags when the latest record in any table is older than the configured threshold (default: 3 days warning, 7 days critical).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7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Row Count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Compares recent ingestion volume to a rolling historical average. A 40%+ drop triggers a warning — 60%+ is critical.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84632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Schema Drift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Checks that all expected columns are present after every load. Missing columns trigger an immediate critical alert.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0" y="192024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653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Statistical Anomaly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653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Z-score and IQR outlier detection on all numeric columns. Level-shift detection using rolling mean deviation.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338328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653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Degradation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653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 and R² are logged after every model run. Degradation beyond threshold flags for retraining.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484632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Slack Alerts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653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All critical and warning alerts are dispatched to a configured Slack webhook with root-cause hints and severity labels.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Impact — What This Platform Unlocks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$73.3M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Combined 2-Year Revenue Modelled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2.32x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Blended ROAS Across All Channels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6.79x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Email ROAS — Top Performing Channel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2396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25,019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1540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CRM Contacts Tracked End-to-End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74320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Replace 4 separate tools with one platform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CRM analytics, media attribution, sales forecasting, and executive reporting — unified in a single system with a shared data model.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743200"/>
            <a:ext cx="54864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Cut budget waste with MMM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Our synthetic data shows Email delivers 4.5× better ROAS than TV/CTV — yet receives 13× less budget. MMM makes this visible and actionable.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663440"/>
            <a:ext cx="54864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Catch revenue problems 30 days earlier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Rolling forecasts with confidence intervals give sales and marketing leadership a 30–90 day view, turning reactive fire-fighting into proactive planning.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466344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Zero analyst hours for executive reporting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From raw data to a boardroom-ready deck in minutes — not days. The insights and deck generation layer eliminates the manual reporting cycle entirely.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Run It Yourself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1508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Three commands. Full platform. No cloud account needed.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2 years of synthetic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6148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76148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synthetic_data/generate_all.py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65760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6118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Start the dashboard API on port 8000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91640" y="404164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404164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--reload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97280" y="493776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89204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AI insights + exec deck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691640" y="532180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532180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insights/generate_insights.py &amp;&amp; python3 deck_generation/generate_deck.py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97280" y="6400800"/>
            <a:ext cx="10607040" cy="0"/>
          </a:xfrm>
          <a:prstGeom prst="line">
            <a:avLst/>
          </a:prstGeom>
          <a:noFill/>
          <a:ln w="9525">
            <a:solidFill>
              <a:srgbClr val="2D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6492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github.com/jessleung131-prog  ·  Docs at /docs after starting the API  ·  Built with Claude Code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CPG &amp; Retail Intelligent Platform — Showcase</dc:title>
  <dc:subject>PptxGenJS Presentation</dc:subject>
  <dc:creator>CPG Intelligence Platform</dc:creator>
  <cp:lastModifiedBy>CPG Intelligence Platform</cp:lastModifiedBy>
  <cp:revision>1</cp:revision>
  <dcterms:created xsi:type="dcterms:W3CDTF">2026-04-19T02:24:54Z</dcterms:created>
  <dcterms:modified xsi:type="dcterms:W3CDTF">2026-04-19T02:24:54Z</dcterms:modified>
</cp:coreProperties>
</file>