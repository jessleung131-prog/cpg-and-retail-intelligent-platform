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CPG &amp; Retail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9B8E"/>
                </a:solidFill>
              </a:rPr>
              <a:t>Executive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A90"/>
                </a:solidFill>
              </a:rPr>
              <a:t>Period: 2023-01-01 – 2024-12-31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90"/>
                </a:solidFill>
              </a:rPr>
              <a:t>Generated May 04,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2E4A"/>
                </a:solidFill>
              </a:rPr>
              <a:t>The business generated $78.8M in revenue over 2023-2024, with online contributing 36.8% ($29.0M) and growing at 8.3% month-over-month — a strong digital trajectory. However, a blended ROAS of 2.21 on $15.0M in media spend signals inefficiency, driven primarily by overspending on low-return channels like Display and Reddit. The sales funnel is the most urgent concern: a 2.62% win rate on 25K leads means the business is burning significant acquisition dollars to close just 655 deals, pointing to either poor lead quality or a broken mid-funnel process.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560320" cy="1188720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$78,849,995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Combined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4114800"/>
            <a:ext cx="2560320" cy="1188720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$14,979,829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800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Media Spend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114800"/>
            <a:ext cx="2560320" cy="1188720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2.21x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800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Blended ROAS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4114800"/>
            <a:ext cx="2560320" cy="1188720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2.6%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4800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Win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Marketing Channel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</a:rPr>
              <a:t>Top Performers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2E4A"/>
                </a:solidFill>
              </a:defRPr>
            </a:pPr>
            <a:r>
              <a:t>• Email: 6.39 ROAS on just $527K spend — the single most efficient channel, returning $3.4M on minimal investment. Severely underfunded.</a:t>
            </a:r>
          </a:p>
          <a:p>
            <a:pPr>
              <a:spcAft>
                <a:spcPts val="600"/>
              </a:spcAft>
              <a:defRPr sz="1600">
                <a:solidFill>
                  <a:srgbClr val="1A2E4A"/>
                </a:solidFill>
              </a:defRPr>
            </a:pPr>
            <a:r>
              <a:t>• Facebook / Instagram: 2.61 ROAS on $1.65M spend and the #1 lead source for the CRM pipeline. Strong dual-purpose channel delivering both revenue and pipeline.</a:t>
            </a:r>
          </a:p>
          <a:p>
            <a:pPr>
              <a:spcAft>
                <a:spcPts val="600"/>
              </a:spcAft>
              <a:defRPr sz="1600">
                <a:solidFill>
                  <a:srgbClr val="1A2E4A"/>
                </a:solidFill>
              </a:defRPr>
            </a:pPr>
            <a:r>
              <a:t>• Paid Search: 2.53 ROAS on $2.1M spend — high-intent channel performing above blended average with reliable, scalable returns.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</a:rPr>
              <a:t>Needs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2E4A"/>
                </a:solidFill>
              </a:defRPr>
            </a:pPr>
            <a:r>
              <a:t>• Reddit: 1.61 ROAS on $588K spend — lowest return of any channel. Likely cause: Reddit audiences are highly skeptical of brand advertising and the platform lacks mature targeting tools. Returns $946K, barely covering spend.</a:t>
            </a:r>
          </a:p>
          <a:p>
            <a:pPr>
              <a:spcAft>
                <a:spcPts val="600"/>
              </a:spcAft>
              <a:defRPr sz="1600">
                <a:solidFill>
                  <a:srgbClr val="1A2E4A"/>
                </a:solidFill>
              </a:defRPr>
            </a:pPr>
            <a:r>
              <a:t>• Display: 1.81 ROAS on $1.44M spend — delivering below-average returns at scale. Likely driven by broad, non-targeted programmatic placements and viewability issues.</a:t>
            </a:r>
          </a:p>
          <a:p>
            <a:pPr>
              <a:spcAft>
                <a:spcPts val="600"/>
              </a:spcAft>
              <a:defRPr sz="1600">
                <a:solidFill>
                  <a:srgbClr val="1A2E4A"/>
                </a:solidFill>
              </a:defRPr>
            </a:pPr>
            <a:r>
              <a:t>• TikTok: 1.83 ROAS on $1.21M spend — underperforming despite cultural relevance. Likely cause: creative fatigue or targeting mismatch; TikTok requires high-frequency creative refresh that may not be resourced.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11247120" cy="45720"/>
          </a:xfrm>
          <a:prstGeom prst="rect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E4A"/>
                </a:solidFill>
              </a:rPr>
              <a:t>Budget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E4A"/>
                </a:solidFill>
              </a:defRPr>
            </a:pPr>
            <a:r>
              <a:t>• Increase Email spend by $500K (from $527K to ~$1M): Even with diminishing returns at scale, moving to $1M should conservatively deliver 4.0+ ROAS, adding $2.0M+ in incremental revenue.</a:t>
            </a:r>
          </a:p>
          <a:p>
            <a:pPr>
              <a:spcAft>
                <a:spcPts val="600"/>
              </a:spcAft>
              <a:defRPr sz="1400">
                <a:solidFill>
                  <a:srgbClr val="1A2E4A"/>
                </a:solidFill>
              </a:defRPr>
            </a:pPr>
            <a:r>
              <a:t>• Shift $400K from Reddit ($588K → $188K) and $400K from Display ($1.44M → $1.04M) into Facebook/Instagram and Paid Search: These channels have proven ROAS above 2.5 and room to scale.</a:t>
            </a:r>
          </a:p>
          <a:p>
            <a:pPr>
              <a:spcAft>
                <a:spcPts val="600"/>
              </a:spcAft>
              <a:defRPr sz="1400">
                <a:solidFill>
                  <a:srgbClr val="1A2E4A"/>
                </a:solidFill>
              </a:defRPr>
            </a:pPr>
            <a:r>
              <a:t>• Ring-fence $200K of TikTok budget for a structured creative testing program — 3 new concepts per month — before committing further. If ROAS does not improve to 2.2+ within 90 days, reallocate to Paid Search.</a:t>
            </a:r>
          </a:p>
          <a:p>
            <a:pPr>
              <a:spcAft>
                <a:spcPts val="600"/>
              </a:spcAft>
              <a:defRPr sz="1400">
                <a:solidFill>
                  <a:srgbClr val="1A2E4A"/>
                </a:solidFill>
              </a:defRPr>
            </a:pPr>
            <a:r>
              <a:t>• TV/CTV at $5.6M (37% of total spend) delivers 2.34 ROAS — acceptable for brand building but warrants an incrementality test to confirm it is not simply capturing demand generated by other channels.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Budget Optimizer — Same Spend, More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A90"/>
                </a:solidFill>
              </a:rPr>
              <a:t>Shift $970K from low-ROAS channels into Email, Paid Search, and FB/IG. Total budget unchanged at $15.0M.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2560320" cy="1188720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$970K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Reallocated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91640"/>
            <a:ext cx="25603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+$2.1M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Proj. Revenue Gain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691640"/>
            <a:ext cx="2560320" cy="11887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2.21×→2.35×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Blended ROAS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46120"/>
            <a:ext cx="11430000" cy="2926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8269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2826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ROAS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2826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Current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2826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Optimized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2826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2826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57016"/>
            <a:ext cx="11430000" cy="34747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59359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5935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</a:rPr>
              <a:t>6.39×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5935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$527K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5935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$1,327K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5935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+$800K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5935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Scale 2.5×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922776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9593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Paid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9593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</a:rPr>
              <a:t>2.53×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9593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$2,105K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9593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$2,205K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9593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+$100K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9593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Increase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288536"/>
            <a:ext cx="11430000" cy="34747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3251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FB / IG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43251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7AE60"/>
                </a:solidFill>
              </a:rPr>
              <a:t>2.60×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43251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$1,654K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3251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$1,724K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43251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+$70K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3251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Increase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654296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6908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TV/CTV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46908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7E22"/>
                </a:solidFill>
              </a:rPr>
              <a:t>2.34×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46908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$5,606K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46908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$5,606K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46908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46908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Hold (brand)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020056"/>
            <a:ext cx="11430000" cy="34747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05663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Influencer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50566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7E22"/>
                </a:solidFill>
              </a:rPr>
              <a:t>2.29×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50566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$1,854K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50566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$1,854K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50566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50566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Hold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385816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42239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TikTok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4560" y="54223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</a:rPr>
              <a:t>1.83×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74720" y="54223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$1,209K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0" y="54223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$846K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0" y="54223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−$363K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54223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Reduce 30%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751576"/>
            <a:ext cx="11430000" cy="34747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7881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Display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94560" y="57881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</a:rPr>
              <a:t>1.81×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74720" y="57881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$1,437K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54880" y="57881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$1,006K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35040" y="578815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−$431K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57881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Reduce 30%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6117336"/>
            <a:ext cx="11430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1539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Reddit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94560" y="61539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</a:rPr>
              <a:t>1.61×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74720" y="61539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$588K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0" y="61539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$411K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35040" y="61539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−$176K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0" y="61539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4A"/>
                </a:solidFill>
              </a:rPr>
              <a:t>Reduce 30%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5379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A90"/>
                </a:solidFill>
              </a:rPr>
              <a:t>* Incremental revenue assumes 55% of gross ROAS delta applies at margin (accounts for diminishing returns as Email scales).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Sales &amp; Funnel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E4A"/>
                </a:solidFill>
              </a:rPr>
              <a:t>A 2.62% win rate is critically low. Of 25,019 leads, only ~655 converted, generating $31.4M in closed-won pipeline at a $48K average deal value. While the deal size is healthy, the volume of wasted leads suggests the funnel is either attracting unqualified prospects or failing to nurture mid-funnel leads effectively. For context, B2C-adjacent CPG pipelines should target 5-8% conversion rates.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E4A"/>
                </a:solidFill>
              </a:rPr>
              <a:t>Lead Quality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A90"/>
                </a:solidFill>
              </a:rPr>
              <a:t>Facebook/Instagram is the top lead source, which aligns with its strong ROAS — but the low overall win rate suggests that even top-source leads are not converting. Referral is the weakest lead source by volume, which is concerning because referral leads typically convert at 3-5x the rate of paid leads. The lack of referral volume points to a missing advocacy or loyalty program.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E4A"/>
                </a:solidFill>
              </a:rPr>
              <a:t>Sales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7432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2E4A"/>
                </a:solidFill>
              </a:defRPr>
            </a:pPr>
            <a:r>
              <a:t>• Implement lead scoring immediately: Segment the 25K leads by source, engagement level, and deal size to identify which leads are actually converting at scale. Stop routing low-score leads to sales reps — move them to automated nurture sequences.</a:t>
            </a:r>
          </a:p>
          <a:p>
            <a:pPr>
              <a:spcAft>
                <a:spcPts val="600"/>
              </a:spcAft>
              <a:defRPr sz="1600">
                <a:solidFill>
                  <a:srgbClr val="1A2E4A"/>
                </a:solidFill>
              </a:defRPr>
            </a:pPr>
            <a:r>
              <a:t>• Audit the mid-funnel: Map the drop-off points between lead capture and closed-won. A 2.62% rate means 97.4% of leads are dying somewhere — find the specific stage.</a:t>
            </a:r>
          </a:p>
          <a:p>
            <a:pPr>
              <a:spcAft>
                <a:spcPts val="600"/>
              </a:spcAft>
              <a:defRPr sz="1600">
                <a:solidFill>
                  <a:srgbClr val="1A2E4A"/>
                </a:solidFill>
              </a:defRPr>
            </a:pPr>
            <a:r>
              <a:t>• Launch a formal referral program: Referral is the bottom lead source but historically the highest-converting. Offer existing customers a meaningful incentive (discount, exclusive access) to drive referral volume up by 3-5x within 90 days.</a:t>
            </a:r>
          </a:p>
          <a:p>
            <a:pPr>
              <a:spcAft>
                <a:spcPts val="600"/>
              </a:spcAft>
              <a:defRPr sz="1600">
                <a:solidFill>
                  <a:srgbClr val="1A2E4A"/>
                </a:solidFill>
              </a:defRPr>
            </a:pPr>
            <a:r>
              <a:t>• Tighten the Facebook/Instagram-to-sales handoff: As the #1 lead source feeding a low-conversion funnel, even a 1-point improvement in conversion rate on FB/IG leads alone could add $3-5M in pipeline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Risks &amp;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</a:rPr>
              <a:t>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28600" cy="228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E4A"/>
                </a:solidFill>
              </a:rPr>
              <a:t>2.62% funnel win rate is burning acquisition investment — at current CPLs, the business is spending heavily to generate leads that never convert, dragging down effective ROAS across all channels.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</a:rPr>
              <a:t>Action: Launch a lead quality audit and scoring system within 30 days. Pause or redirect spend on lead sources with below-1% conversion rates.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228600" cy="228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E4A"/>
                </a:solidFill>
              </a:rPr>
              <a:t>TV/CTV commands 37% of media budget ($5.6M) with only 2.34 ROAS and no incrementality validation — there is a material risk that a significant portion of this spend is capturing organic or search-driven demand rather than creating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</a:rPr>
              <a:t>Action: Commission a geo-holdout or incrementality test on TV/CTV within this quarter. If true incremental ROAS falls below 1.5, reallocate $1-2M to proven digital performers.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228600" cy="228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E4A"/>
                </a:solidFill>
              </a:rPr>
              <a:t>Over-reliance on Northeast region (27.4% of offline revenue). Any regional disruption — retailer delistings, competitive entry, weather events — disproportionately impacts total offline performance.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</a:rPr>
              <a:t>Action: Develop a Southwest and West growth plan targeting the $5-6M gap to Northeast, with regional trade promotions and expanded distribution within 90 days.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</a:rPr>
              <a:t>Opportunities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645920"/>
            <a:ext cx="228600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E4A"/>
                </a:solidFill>
              </a:rPr>
              <a:t>Scale Email channel from $527K to $1M+ — it is delivering 6.39 ROAS and is the most underfunded channel by a wide margin. Every additional dollar here works nearly 3x harder than the blended average.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</a:rPr>
              <a:t>Impact: $2.0-3.0M incremental revenue on $500K additional spend  |  30 days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423160"/>
            <a:ext cx="228600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E4A"/>
                </a:solidFill>
              </a:rPr>
              <a:t>Fix funnel conversion from 2.62% to 4.0% through lead scoring, mid-funnel nurture automation, and sales process optimization. On the existing 25K lead base, this adds ~345 incremental deals.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</a:rPr>
              <a:t>Impact: $16.6M in additional closed-won pipeline (345 deals × $48K average deal value)  |  60-90 days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00400"/>
            <a:ext cx="228600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E4A"/>
                </a:solidFill>
              </a:rPr>
              <a:t>Launch a structured customer referral program to activate the weakest but highest-potential lead source. Referral leads convert at industry rates of 10-15%, vs. the current blended 2.62%.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474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</a:rPr>
              <a:t>Impact: $5-8M in high-quality pipeline within 6 months if referral volume reaches 2,000+ leads  |  60 days to launch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9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Recommended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91440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IMMEDIATE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6128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4A"/>
                </a:solidFill>
              </a:rPr>
              <a:t>1. Implement lead scoring and audit the full sales funnel to diagnose why 97.4% of leads are not converting.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</a:rPr>
              <a:t>Expected impact: Improving win rate from 2.62% to 4.0% unlocks ~$16.6M in incremental pipeline value on the same lead volume.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91440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IMMEDIATE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2140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4A"/>
                </a:solidFill>
              </a:rPr>
              <a:t>2. Double the Email marketing budget from $527K to $1M and expand list segmentation, automation flows, and re-engagement campaigns.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2316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</a:rPr>
              <a:t>Expected impact: $2.0-3.0M in incremental revenue at a projected 4.0+ ROAS — the highest-efficiency dollar the business can deploy.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91440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IMMEDIATE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8152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4A"/>
                </a:solidFill>
              </a:rPr>
              <a:t>3. Reallocate $800K from Reddit and Display into Facebook/Instagram and Paid Search, the two highest-performing scaled channels.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8328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</a:rPr>
              <a:t>Expected impact: $400-600K in incremental revenue by shifting spend from sub-2.0 ROAS channels to 2.5+ ROAS channels.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69080"/>
            <a:ext cx="91440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69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THIS QUAR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4164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4A"/>
                </a:solidFill>
              </a:rPr>
              <a:t>4. Run a geo-holdout incrementality test on TV/CTV to validate whether the $5.6M spend is truly driving incremental revenue or capturing existing demand.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34340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</a:rPr>
              <a:t>Expected impact: De-risks the single largest budget line (37% of spend). If incremental ROAS is below 1.5, freeing $1-2M for reallocation could generate $3-5M in better-attributed revenue.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91440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THIS QUAR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00176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4A"/>
                </a:solidFill>
              </a:rPr>
              <a:t>5. Launch a formal customer referral program with meaningful incentives to activate the lowest-volume but historically highest-converting lead source.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3035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</a:rPr>
              <a:t>Expected impact: Referral leads converting at 10%+ would add $5-8M in pipeline value within two quarters, at minimal acquisition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